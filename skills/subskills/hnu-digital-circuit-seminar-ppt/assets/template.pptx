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62" r:id="rId2"/>
    <p:sldId id="257" r:id="rId3"/>
    <p:sldId id="258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3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A461E-01D6-449C-AAB7-D13A3F710014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5373A-1479-438B-B5E5-82FC1DB0B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9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86745"/>
            <a:ext cx="10515600" cy="1070339"/>
          </a:xfrm>
        </p:spPr>
        <p:txBody>
          <a:bodyPr anchor="b"/>
          <a:lstStyle>
            <a:lvl1pPr>
              <a:defRPr sz="444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884070"/>
            <a:ext cx="10515600" cy="611731"/>
          </a:xfrm>
        </p:spPr>
        <p:txBody>
          <a:bodyPr/>
          <a:lstStyle>
            <a:lvl1pPr marL="0" indent="0">
              <a:buNone/>
              <a:defRPr sz="2280">
                <a:solidFill>
                  <a:schemeClr val="accent2"/>
                </a:solidFill>
              </a:defRPr>
            </a:lvl1pPr>
            <a:lvl2pPr marL="4279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8559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397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711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13995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56730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99529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42328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52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0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27990" indent="0">
              <a:buNone/>
              <a:defRPr sz="1920" b="1"/>
            </a:lvl2pPr>
            <a:lvl3pPr marL="855980" indent="0">
              <a:buNone/>
              <a:defRPr sz="1680" b="1"/>
            </a:lvl3pPr>
            <a:lvl4pPr marL="1283970" indent="0">
              <a:buNone/>
              <a:defRPr sz="1440" b="1"/>
            </a:lvl4pPr>
            <a:lvl5pPr marL="1711960" indent="0">
              <a:buNone/>
              <a:defRPr sz="1440" b="1"/>
            </a:lvl5pPr>
            <a:lvl6pPr marL="2139950" indent="0">
              <a:buNone/>
              <a:defRPr sz="1440" b="1"/>
            </a:lvl6pPr>
            <a:lvl7pPr marL="2567305" indent="0">
              <a:buNone/>
              <a:defRPr sz="1440" b="1"/>
            </a:lvl7pPr>
            <a:lvl8pPr marL="2995295" indent="0">
              <a:buNone/>
              <a:defRPr sz="1440" b="1"/>
            </a:lvl8pPr>
            <a:lvl9pPr marL="3423285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27990" indent="0">
              <a:buNone/>
              <a:defRPr sz="1920" b="1"/>
            </a:lvl2pPr>
            <a:lvl3pPr marL="855980" indent="0">
              <a:buNone/>
              <a:defRPr sz="1680" b="1"/>
            </a:lvl3pPr>
            <a:lvl4pPr marL="1283970" indent="0">
              <a:buNone/>
              <a:defRPr sz="1440" b="1"/>
            </a:lvl4pPr>
            <a:lvl5pPr marL="1711960" indent="0">
              <a:buNone/>
              <a:defRPr sz="1440" b="1"/>
            </a:lvl5pPr>
            <a:lvl6pPr marL="2139950" indent="0">
              <a:buNone/>
              <a:defRPr sz="1440" b="1"/>
            </a:lvl6pPr>
            <a:lvl7pPr marL="2567305" indent="0">
              <a:buNone/>
              <a:defRPr sz="1440" b="1"/>
            </a:lvl7pPr>
            <a:lvl8pPr marL="2995295" indent="0">
              <a:buNone/>
              <a:defRPr sz="1440" b="1"/>
            </a:lvl8pPr>
            <a:lvl9pPr marL="3423285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25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6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11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000"/>
            </a:lvl1pPr>
            <a:lvl2pPr>
              <a:defRPr sz="2640"/>
            </a:lvl2pPr>
            <a:lvl3pPr>
              <a:defRPr sz="228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27990" indent="0">
              <a:buNone/>
              <a:defRPr sz="1320"/>
            </a:lvl2pPr>
            <a:lvl3pPr marL="855980" indent="0">
              <a:buNone/>
              <a:defRPr sz="1080"/>
            </a:lvl3pPr>
            <a:lvl4pPr marL="1283970" indent="0">
              <a:buNone/>
              <a:defRPr sz="960"/>
            </a:lvl4pPr>
            <a:lvl5pPr marL="1711960" indent="0">
              <a:buNone/>
              <a:defRPr sz="960"/>
            </a:lvl5pPr>
            <a:lvl6pPr marL="2139950" indent="0">
              <a:buNone/>
              <a:defRPr sz="960"/>
            </a:lvl6pPr>
            <a:lvl7pPr marL="2567305" indent="0">
              <a:buNone/>
              <a:defRPr sz="960"/>
            </a:lvl7pPr>
            <a:lvl8pPr marL="2995295" indent="0">
              <a:buNone/>
              <a:defRPr sz="960"/>
            </a:lvl8pPr>
            <a:lvl9pPr marL="3423285" indent="0">
              <a:buNone/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59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000"/>
            </a:lvl1pPr>
            <a:lvl2pPr marL="427990" indent="0">
              <a:buNone/>
              <a:defRPr sz="2640"/>
            </a:lvl2pPr>
            <a:lvl3pPr marL="855980" indent="0">
              <a:buNone/>
              <a:defRPr sz="2280"/>
            </a:lvl3pPr>
            <a:lvl4pPr marL="1283970" indent="0">
              <a:buNone/>
              <a:defRPr sz="1920"/>
            </a:lvl4pPr>
            <a:lvl5pPr marL="1711960" indent="0">
              <a:buNone/>
              <a:defRPr sz="1920"/>
            </a:lvl5pPr>
            <a:lvl6pPr marL="2139950" indent="0">
              <a:buNone/>
              <a:defRPr sz="1920"/>
            </a:lvl6pPr>
            <a:lvl7pPr marL="2567305" indent="0">
              <a:buNone/>
              <a:defRPr sz="1920"/>
            </a:lvl7pPr>
            <a:lvl8pPr marL="2995295" indent="0">
              <a:buNone/>
              <a:defRPr sz="1920"/>
            </a:lvl8pPr>
            <a:lvl9pPr marL="3423285" indent="0">
              <a:buNone/>
              <a:defRPr sz="19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27990" indent="0">
              <a:buNone/>
              <a:defRPr sz="1320"/>
            </a:lvl2pPr>
            <a:lvl3pPr marL="855980" indent="0">
              <a:buNone/>
              <a:defRPr sz="1080"/>
            </a:lvl3pPr>
            <a:lvl4pPr marL="1283970" indent="0">
              <a:buNone/>
              <a:defRPr sz="960"/>
            </a:lvl4pPr>
            <a:lvl5pPr marL="1711960" indent="0">
              <a:buNone/>
              <a:defRPr sz="960"/>
            </a:lvl5pPr>
            <a:lvl6pPr marL="2139950" indent="0">
              <a:buNone/>
              <a:defRPr sz="960"/>
            </a:lvl6pPr>
            <a:lvl7pPr marL="2567305" indent="0">
              <a:buNone/>
              <a:defRPr sz="960"/>
            </a:lvl7pPr>
            <a:lvl8pPr marL="2995295" indent="0">
              <a:buNone/>
              <a:defRPr sz="960"/>
            </a:lvl8pPr>
            <a:lvl9pPr marL="3423285" indent="0">
              <a:buNone/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7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8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33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71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98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51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0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50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3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01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3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97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9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13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00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37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3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32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70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36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83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54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98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6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05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73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1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15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48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19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4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15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5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54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3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78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56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51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42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03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0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87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91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7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58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73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01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83971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881" y="1467059"/>
            <a:ext cx="11187611" cy="5133407"/>
          </a:xfrm>
          <a:prstGeom prst="rect">
            <a:avLst/>
          </a:prstGeom>
        </p:spPr>
        <p:txBody>
          <a:bodyPr vert="horz" lIns="71323" tIns="35662" rIns="71323" bIns="35662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l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3D0CE79-49FB-443D-BEF8-6B709DE8FD0C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ctr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r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1881" y="491002"/>
            <a:ext cx="11187611" cy="596119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" y="0"/>
            <a:ext cx="12191239" cy="6858000"/>
          </a:xfrm>
          <a:prstGeom prst="rect">
            <a:avLst/>
          </a:prstGeom>
        </p:spPr>
      </p:pic>
      <p:pic>
        <p:nvPicPr>
          <p:cNvPr id="9" name="图片 8" descr="校徽-6">
            <a:extLst>
              <a:ext uri="{FF2B5EF4-FFF2-40B4-BE49-F238E27FC236}">
                <a16:creationId xmlns:a16="http://schemas.microsoft.com/office/drawing/2014/main" id="{0C0A490F-86A0-80CE-D0D7-EFCA8D1A1831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grayscl/>
          </a:blip>
          <a:stretch>
            <a:fillRect/>
          </a:stretch>
        </p:blipFill>
        <p:spPr>
          <a:xfrm>
            <a:off x="353060" y="290195"/>
            <a:ext cx="539750" cy="5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1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660" r:id="rId5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855980" rtl="0" eaLnBrk="1" latinLnBrk="0" hangingPunct="1">
        <a:lnSpc>
          <a:spcPct val="90000"/>
        </a:lnSpc>
        <a:spcBef>
          <a:spcPct val="0"/>
        </a:spcBef>
        <a:buNone/>
        <a:defRPr sz="3360" kern="1200">
          <a:solidFill>
            <a:schemeClr val="accent1">
              <a:lumMod val="7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34010" indent="-334010" algn="l" defTabSz="855980" rtl="0" eaLnBrk="1" latinLnBrk="0" hangingPunct="1">
        <a:lnSpc>
          <a:spcPct val="90000"/>
        </a:lnSpc>
        <a:spcBef>
          <a:spcPts val="1685"/>
        </a:spcBef>
        <a:buClr>
          <a:schemeClr val="accent1">
            <a:lumMod val="60000"/>
            <a:lumOff val="40000"/>
          </a:schemeClr>
        </a:buClr>
        <a:buSzPct val="80000"/>
        <a:buFont typeface="Wingdings" panose="05000000000000000000" pitchFamily="2" charset="2"/>
        <a:buChar char="v"/>
        <a:defRPr sz="228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334010" indent="-334010" algn="l" defTabSz="855980" rtl="0" eaLnBrk="1" latinLnBrk="0" hangingPunct="1">
        <a:lnSpc>
          <a:spcPct val="130000"/>
        </a:lnSpc>
        <a:spcBef>
          <a:spcPts val="0"/>
        </a:spcBef>
        <a:buFont typeface="Calibri" panose="020F0502020204030204" charset="0"/>
        <a:buChar char=" 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106997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92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49796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92595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35331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8130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929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3728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799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598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397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1196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995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730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9529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2328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7"/>
          <p:cNvPicPr>
            <a:picLocks noChangeAspect="1"/>
          </p:cNvPicPr>
          <p:nvPr/>
        </p:nvPicPr>
        <p:blipFill>
          <a:blip r:embed="rId3">
            <a:grayscl/>
            <a:lum bright="48000"/>
          </a:blip>
          <a:stretch>
            <a:fillRect/>
          </a:stretch>
        </p:blipFill>
        <p:spPr>
          <a:xfrm>
            <a:off x="8280400" y="4154805"/>
            <a:ext cx="3955415" cy="279908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797685" y="2275840"/>
            <a:ext cx="8595995" cy="17538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zh-CN" altLang="en-US" sz="216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-1" y="6523012"/>
            <a:ext cx="12192001" cy="362511"/>
            <a:chOff x="-480925" y="5435830"/>
            <a:chExt cx="9618457" cy="302092"/>
          </a:xfrm>
          <a:solidFill>
            <a:schemeClr val="tx2">
              <a:lumMod val="75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-480925" y="5435830"/>
              <a:ext cx="2322547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471931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23977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47954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295909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981146" y="2852102"/>
            <a:ext cx="4347845" cy="601345"/>
          </a:xfrm>
          <a:prstGeom prst="rect">
            <a:avLst/>
          </a:prstGeom>
        </p:spPr>
        <p:txBody>
          <a:bodyPr wrap="square" lIns="109703" tIns="54851" rIns="109703" bIns="54851">
            <a:spAutoFit/>
          </a:bodyPr>
          <a:lstStyle/>
          <a:p>
            <a:pPr algn="ctr" defTabSz="822960"/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Title</a:t>
            </a:r>
            <a:endParaRPr lang="zh-CN" altLang="en-US" sz="32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9E185F-44CB-C1C2-4BD8-6AA562326FED}"/>
              </a:ext>
            </a:extLst>
          </p:cNvPr>
          <p:cNvSpPr txBox="1"/>
          <p:nvPr/>
        </p:nvSpPr>
        <p:spPr>
          <a:xfrm>
            <a:off x="3660913" y="4746427"/>
            <a:ext cx="4668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成员：</a:t>
            </a:r>
            <a:r>
              <a:rPr lang="en-US" altLang="zh-CN" dirty="0"/>
              <a:t>member1</a:t>
            </a:r>
            <a:r>
              <a:rPr lang="zh-CN" altLang="en-US" dirty="0"/>
              <a:t>、</a:t>
            </a:r>
            <a:r>
              <a:rPr lang="en-US" altLang="zh-CN" dirty="0"/>
              <a:t>member2…</a:t>
            </a:r>
          </a:p>
          <a:p>
            <a:r>
              <a:rPr lang="zh-CN" altLang="en-US" dirty="0"/>
              <a:t>分工：</a:t>
            </a:r>
            <a:r>
              <a:rPr lang="en-US" altLang="zh-CN" dirty="0"/>
              <a:t>&lt;</a:t>
            </a:r>
            <a:r>
              <a:rPr lang="zh-CN" altLang="en-US" dirty="0"/>
              <a:t>具体分工</a:t>
            </a:r>
            <a:r>
              <a:rPr lang="en-US" altLang="zh-CN" dirty="0"/>
              <a:t>&gt;	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942" y="0"/>
            <a:ext cx="3153341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3" tIns="54851" rIns="109703" bIns="54851" rtlCol="0" anchor="ctr"/>
          <a:lstStyle/>
          <a:p>
            <a:pPr algn="ctr" defTabSz="1097280"/>
            <a:endParaRPr lang="zh-CN" altLang="en-US" sz="2160">
              <a:solidFill>
                <a:prstClr val="white"/>
              </a:solidFill>
              <a:latin typeface="Calibri" panose="020F0502020204030204"/>
              <a:ea typeface="幼圆" panose="02010509060101010101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4317104" y="1472164"/>
            <a:ext cx="453625" cy="4536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3" tIns="54851" rIns="109703" bIns="54851" rtlCol="0" anchor="ctr"/>
          <a:lstStyle/>
          <a:p>
            <a:pPr algn="ctr" defTabSz="1097280"/>
            <a:r>
              <a:rPr lang="en-US" altLang="zh-CN" sz="24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4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4845808" y="1458906"/>
            <a:ext cx="1920732" cy="480105"/>
          </a:xfrm>
          <a:prstGeom prst="rect">
            <a:avLst/>
          </a:prstGeom>
          <a:noFill/>
        </p:spPr>
        <p:txBody>
          <a:bodyPr wrap="none" lIns="109703" tIns="54851" rIns="109703" bIns="54851" rtlCol="0">
            <a:spAutoFit/>
          </a:bodyPr>
          <a:lstStyle/>
          <a:p>
            <a:pPr defTabSz="1097280"/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78724" y="3453883"/>
            <a:ext cx="2281555" cy="1260231"/>
            <a:chOff x="248882" y="2087602"/>
            <a:chExt cx="1901294" cy="1050192"/>
          </a:xfrm>
        </p:grpSpPr>
        <p:sp>
          <p:nvSpPr>
            <p:cNvPr id="20" name="矩形 19"/>
            <p:cNvSpPr/>
            <p:nvPr/>
          </p:nvSpPr>
          <p:spPr>
            <a:xfrm>
              <a:off x="651036" y="2087602"/>
              <a:ext cx="1096988" cy="5693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822960"/>
              <a:r>
                <a:rPr lang="zh-CN" altLang="en-US" sz="384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目 录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8882" y="2569469"/>
              <a:ext cx="1901294" cy="568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822960"/>
              <a:r>
                <a:rPr lang="en-US" altLang="zh-CN" sz="3840" dirty="0" err="1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zh-CN" altLang="en-US" sz="384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圆角矩形 23"/>
          <p:cNvSpPr/>
          <p:nvPr>
            <p:custDataLst>
              <p:tags r:id="rId3"/>
            </p:custDataLst>
          </p:nvPr>
        </p:nvSpPr>
        <p:spPr>
          <a:xfrm>
            <a:off x="4317104" y="2171106"/>
            <a:ext cx="453625" cy="4536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3" tIns="54851" rIns="109703" bIns="54851" rtlCol="0" anchor="ctr"/>
          <a:lstStyle/>
          <a:p>
            <a:pPr algn="ctr" defTabSz="1097280"/>
            <a:r>
              <a:rPr lang="en-US" altLang="zh-CN" sz="24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4"/>
            </p:custDataLst>
          </p:nvPr>
        </p:nvSpPr>
        <p:spPr>
          <a:xfrm>
            <a:off x="4845804" y="2157849"/>
            <a:ext cx="1920732" cy="480105"/>
          </a:xfrm>
          <a:prstGeom prst="rect">
            <a:avLst/>
          </a:prstGeom>
          <a:noFill/>
        </p:spPr>
        <p:txBody>
          <a:bodyPr wrap="none" lIns="109703" tIns="54851" rIns="109703" bIns="54851" rtlCol="0">
            <a:spAutoFit/>
          </a:bodyPr>
          <a:lstStyle/>
          <a:p>
            <a:pPr defTabSz="1097280"/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>
            <p:custDataLst>
              <p:tags r:id="rId5"/>
            </p:custDataLst>
          </p:nvPr>
        </p:nvSpPr>
        <p:spPr>
          <a:xfrm>
            <a:off x="4317104" y="2870049"/>
            <a:ext cx="453625" cy="4536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3" tIns="54851" rIns="109703" bIns="54851" rtlCol="0" anchor="ctr"/>
          <a:lstStyle/>
          <a:p>
            <a:pPr algn="ctr" defTabSz="1097280"/>
            <a:r>
              <a:rPr lang="en-US" altLang="zh-CN" sz="24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4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6"/>
            </p:custDataLst>
          </p:nvPr>
        </p:nvSpPr>
        <p:spPr>
          <a:xfrm>
            <a:off x="4845804" y="2856790"/>
            <a:ext cx="1920732" cy="480105"/>
          </a:xfrm>
          <a:prstGeom prst="rect">
            <a:avLst/>
          </a:prstGeom>
          <a:noFill/>
        </p:spPr>
        <p:txBody>
          <a:bodyPr wrap="none" lIns="109703" tIns="54851" rIns="109703" bIns="54851" rtlCol="0">
            <a:spAutoFit/>
          </a:bodyPr>
          <a:lstStyle/>
          <a:p>
            <a:pPr defTabSz="1097280"/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校徽-3"/>
          <p:cNvPicPr>
            <a:picLocks noChangeAspect="1"/>
          </p:cNvPicPr>
          <p:nvPr/>
        </p:nvPicPr>
        <p:blipFill>
          <a:blip r:embed="rId11"/>
          <a:srcRect r="65830"/>
          <a:stretch>
            <a:fillRect/>
          </a:stretch>
        </p:blipFill>
        <p:spPr>
          <a:xfrm>
            <a:off x="1163876" y="1309997"/>
            <a:ext cx="1644015" cy="1599565"/>
          </a:xfrm>
          <a:prstGeom prst="rect">
            <a:avLst/>
          </a:prstGeom>
        </p:spPr>
      </p:pic>
      <p:pic>
        <p:nvPicPr>
          <p:cNvPr id="9" name="图片 8" descr="7"/>
          <p:cNvPicPr>
            <a:picLocks noChangeAspect="1"/>
          </p:cNvPicPr>
          <p:nvPr/>
        </p:nvPicPr>
        <p:blipFill>
          <a:blip r:embed="rId12">
            <a:grayscl/>
            <a:lum bright="48000"/>
          </a:blip>
          <a:stretch>
            <a:fillRect/>
          </a:stretch>
        </p:blipFill>
        <p:spPr>
          <a:xfrm>
            <a:off x="8236585" y="4447540"/>
            <a:ext cx="3955415" cy="2799080"/>
          </a:xfrm>
          <a:prstGeom prst="rect">
            <a:avLst/>
          </a:prstGeom>
        </p:spPr>
      </p:pic>
      <p:sp>
        <p:nvSpPr>
          <p:cNvPr id="7" name="圆角矩形 26">
            <a:extLst>
              <a:ext uri="{FF2B5EF4-FFF2-40B4-BE49-F238E27FC236}">
                <a16:creationId xmlns:a16="http://schemas.microsoft.com/office/drawing/2014/main" id="{427A2765-58D5-2A88-845D-33A8D338D95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17104" y="3595472"/>
            <a:ext cx="453625" cy="4536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3" tIns="54851" rIns="109703" bIns="54851" rtlCol="0" anchor="ctr"/>
          <a:lstStyle/>
          <a:p>
            <a:pPr algn="ctr" defTabSz="1097280"/>
            <a:r>
              <a:rPr lang="en-US" altLang="zh-CN" sz="24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4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47918FFA-DF74-01B0-F1B5-FE4FAC66E61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845804" y="3582213"/>
            <a:ext cx="1920732" cy="480105"/>
          </a:xfrm>
          <a:prstGeom prst="rect">
            <a:avLst/>
          </a:prstGeom>
          <a:noFill/>
        </p:spPr>
        <p:txBody>
          <a:bodyPr wrap="none" lIns="109703" tIns="54851" rIns="109703" bIns="54851" rtlCol="0">
            <a:spAutoFit/>
          </a:bodyPr>
          <a:lstStyle/>
          <a:p>
            <a:pPr defTabSz="1097280"/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0BFB66-6B67-B8A8-7A8E-51989DBD3D6E}"/>
              </a:ext>
            </a:extLst>
          </p:cNvPr>
          <p:cNvSpPr txBox="1"/>
          <p:nvPr/>
        </p:nvSpPr>
        <p:spPr>
          <a:xfrm>
            <a:off x="1000538" y="314739"/>
            <a:ext cx="7262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汉仪唐美人 85简" panose="00020600040101010101" pitchFamily="18" charset="-122"/>
                <a:ea typeface="汉仪唐美人 85简" panose="00020600040101010101" pitchFamily="18" charset="-122"/>
              </a:rPr>
              <a:t>第一部分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6A6838-A8D8-9E98-3A4E-AB1D70A411AB}"/>
              </a:ext>
            </a:extLst>
          </p:cNvPr>
          <p:cNvSpPr txBox="1"/>
          <p:nvPr/>
        </p:nvSpPr>
        <p:spPr>
          <a:xfrm>
            <a:off x="748747" y="1401633"/>
            <a:ext cx="1049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941E28-FC2A-5062-67D9-7FCE159600C3}"/>
              </a:ext>
            </a:extLst>
          </p:cNvPr>
          <p:cNvSpPr txBox="1"/>
          <p:nvPr/>
        </p:nvSpPr>
        <p:spPr>
          <a:xfrm>
            <a:off x="622851" y="2155926"/>
            <a:ext cx="239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title2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E37799-DF00-E822-3842-D89C5CCFA7B0}"/>
              </a:ext>
            </a:extLst>
          </p:cNvPr>
          <p:cNvSpPr txBox="1"/>
          <p:nvPr/>
        </p:nvSpPr>
        <p:spPr>
          <a:xfrm>
            <a:off x="622851" y="924339"/>
            <a:ext cx="1921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title1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C4FC45-FD47-C8DF-A9C4-93C0AC114DF6}"/>
              </a:ext>
            </a:extLst>
          </p:cNvPr>
          <p:cNvSpPr txBox="1"/>
          <p:nvPr/>
        </p:nvSpPr>
        <p:spPr>
          <a:xfrm>
            <a:off x="748748" y="2673193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D334FE-4422-746D-B8AA-FADDB9F422A6}"/>
              </a:ext>
            </a:extLst>
          </p:cNvPr>
          <p:cNvSpPr txBox="1"/>
          <p:nvPr/>
        </p:nvSpPr>
        <p:spPr>
          <a:xfrm>
            <a:off x="622851" y="4910811"/>
            <a:ext cx="549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title3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57482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0EE350-4952-24DD-ACCE-8C41EAF89AFC}"/>
              </a:ext>
            </a:extLst>
          </p:cNvPr>
          <p:cNvSpPr txBox="1"/>
          <p:nvPr/>
        </p:nvSpPr>
        <p:spPr>
          <a:xfrm>
            <a:off x="987286" y="367748"/>
            <a:ext cx="315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汉仪唐美人 85简" panose="00020600040101010101" pitchFamily="18" charset="-122"/>
                <a:ea typeface="汉仪唐美人 85简" panose="00020600040101010101" pitchFamily="18" charset="-122"/>
              </a:rPr>
              <a:t>第二部分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033AAC-EA41-9719-FC99-9C25BAEECC54}"/>
              </a:ext>
            </a:extLst>
          </p:cNvPr>
          <p:cNvSpPr txBox="1"/>
          <p:nvPr/>
        </p:nvSpPr>
        <p:spPr>
          <a:xfrm>
            <a:off x="748747" y="1401633"/>
            <a:ext cx="1049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881B17-0411-62F7-8C68-093E5912E8F3}"/>
              </a:ext>
            </a:extLst>
          </p:cNvPr>
          <p:cNvSpPr txBox="1"/>
          <p:nvPr/>
        </p:nvSpPr>
        <p:spPr>
          <a:xfrm>
            <a:off x="622851" y="2155926"/>
            <a:ext cx="239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title2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9F4673-C1CD-DD3B-BA9F-BEC2B9503D0D}"/>
              </a:ext>
            </a:extLst>
          </p:cNvPr>
          <p:cNvSpPr txBox="1"/>
          <p:nvPr/>
        </p:nvSpPr>
        <p:spPr>
          <a:xfrm>
            <a:off x="622851" y="924339"/>
            <a:ext cx="1921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title1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15C526-19E5-64F4-9FC4-7759CED6EB0F}"/>
              </a:ext>
            </a:extLst>
          </p:cNvPr>
          <p:cNvSpPr txBox="1"/>
          <p:nvPr/>
        </p:nvSpPr>
        <p:spPr>
          <a:xfrm>
            <a:off x="748748" y="2673193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80D7CB-9E79-8C7F-1977-DAA28D8249D5}"/>
              </a:ext>
            </a:extLst>
          </p:cNvPr>
          <p:cNvSpPr txBox="1"/>
          <p:nvPr/>
        </p:nvSpPr>
        <p:spPr>
          <a:xfrm>
            <a:off x="622851" y="4910811"/>
            <a:ext cx="549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title3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A3D656-028F-4EDB-A4B6-A5EA7D65243E}"/>
              </a:ext>
            </a:extLst>
          </p:cNvPr>
          <p:cNvSpPr txBox="1"/>
          <p:nvPr/>
        </p:nvSpPr>
        <p:spPr>
          <a:xfrm>
            <a:off x="748748" y="5456367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</p:spTree>
    <p:extLst>
      <p:ext uri="{BB962C8B-B14F-4D97-AF65-F5344CB8AC3E}">
        <p14:creationId xmlns:p14="http://schemas.microsoft.com/office/powerpoint/2010/main" val="36680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AB8807-FF02-A2BF-3C64-2FA3CEF62C78}"/>
              </a:ext>
            </a:extLst>
          </p:cNvPr>
          <p:cNvSpPr txBox="1"/>
          <p:nvPr/>
        </p:nvSpPr>
        <p:spPr>
          <a:xfrm>
            <a:off x="987286" y="367748"/>
            <a:ext cx="315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汉仪唐美人 85简" panose="00020600040101010101" pitchFamily="18" charset="-122"/>
                <a:ea typeface="汉仪唐美人 85简" panose="00020600040101010101" pitchFamily="18" charset="-122"/>
              </a:rPr>
              <a:t>第三部分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2D3018-3B7E-E5A3-61E6-050163376BEE}"/>
              </a:ext>
            </a:extLst>
          </p:cNvPr>
          <p:cNvSpPr txBox="1"/>
          <p:nvPr/>
        </p:nvSpPr>
        <p:spPr>
          <a:xfrm>
            <a:off x="748747" y="1401633"/>
            <a:ext cx="1049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1C76F8-6E62-60D4-2500-0A3807611FA6}"/>
              </a:ext>
            </a:extLst>
          </p:cNvPr>
          <p:cNvSpPr txBox="1"/>
          <p:nvPr/>
        </p:nvSpPr>
        <p:spPr>
          <a:xfrm>
            <a:off x="622851" y="2155926"/>
            <a:ext cx="239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title2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0424A3-0794-9EAE-31E9-71D636CD67BE}"/>
              </a:ext>
            </a:extLst>
          </p:cNvPr>
          <p:cNvSpPr txBox="1"/>
          <p:nvPr/>
        </p:nvSpPr>
        <p:spPr>
          <a:xfrm>
            <a:off x="622851" y="924339"/>
            <a:ext cx="1921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title1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A7441-108B-4673-532B-8D03AC6C200F}"/>
              </a:ext>
            </a:extLst>
          </p:cNvPr>
          <p:cNvSpPr txBox="1"/>
          <p:nvPr/>
        </p:nvSpPr>
        <p:spPr>
          <a:xfrm>
            <a:off x="748748" y="2673193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2D4EEA-9969-FBB4-2B59-6A20A61B1457}"/>
              </a:ext>
            </a:extLst>
          </p:cNvPr>
          <p:cNvSpPr txBox="1"/>
          <p:nvPr/>
        </p:nvSpPr>
        <p:spPr>
          <a:xfrm>
            <a:off x="622851" y="4910811"/>
            <a:ext cx="549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title3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313FF5-B008-FCCA-205B-F79B26A4AF99}"/>
              </a:ext>
            </a:extLst>
          </p:cNvPr>
          <p:cNvSpPr txBox="1"/>
          <p:nvPr/>
        </p:nvSpPr>
        <p:spPr>
          <a:xfrm>
            <a:off x="748748" y="5456367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</p:spTree>
    <p:extLst>
      <p:ext uri="{BB962C8B-B14F-4D97-AF65-F5344CB8AC3E}">
        <p14:creationId xmlns:p14="http://schemas.microsoft.com/office/powerpoint/2010/main" val="426358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008774-03CB-207A-4447-8019EF7D2E3F}"/>
              </a:ext>
            </a:extLst>
          </p:cNvPr>
          <p:cNvSpPr txBox="1"/>
          <p:nvPr/>
        </p:nvSpPr>
        <p:spPr>
          <a:xfrm>
            <a:off x="987286" y="367748"/>
            <a:ext cx="315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汉仪唐美人 85简" panose="00020600040101010101" pitchFamily="18" charset="-122"/>
                <a:ea typeface="汉仪唐美人 85简" panose="00020600040101010101" pitchFamily="18" charset="-122"/>
              </a:rPr>
              <a:t>第三部分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B8B69A-D3A4-BEC7-344D-6A204816B7D9}"/>
              </a:ext>
            </a:extLst>
          </p:cNvPr>
          <p:cNvSpPr txBox="1"/>
          <p:nvPr/>
        </p:nvSpPr>
        <p:spPr>
          <a:xfrm>
            <a:off x="622851" y="2155926"/>
            <a:ext cx="239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title2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011BAB-C1EA-2832-7785-EBA4D8034551}"/>
              </a:ext>
            </a:extLst>
          </p:cNvPr>
          <p:cNvSpPr txBox="1"/>
          <p:nvPr/>
        </p:nvSpPr>
        <p:spPr>
          <a:xfrm>
            <a:off x="622851" y="924339"/>
            <a:ext cx="1921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title1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04A90E-CE1E-6989-2AED-C60A57C2CE84}"/>
              </a:ext>
            </a:extLst>
          </p:cNvPr>
          <p:cNvSpPr txBox="1"/>
          <p:nvPr/>
        </p:nvSpPr>
        <p:spPr>
          <a:xfrm>
            <a:off x="622851" y="4910811"/>
            <a:ext cx="549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title3</a:t>
            </a:r>
            <a:r>
              <a:rPr lang="zh-CN" altLang="en-US" sz="2000" b="1" dirty="0">
                <a:latin typeface="汉仪唐美人 75W" panose="00020600040101010101" pitchFamily="18" charset="-122"/>
                <a:ea typeface="汉仪唐美人 75W" panose="00020600040101010101" pitchFamily="18" charset="-122"/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2FFB63-40DC-864B-9E8F-50484E3A3F54}"/>
              </a:ext>
            </a:extLst>
          </p:cNvPr>
          <p:cNvSpPr txBox="1"/>
          <p:nvPr/>
        </p:nvSpPr>
        <p:spPr>
          <a:xfrm>
            <a:off x="748747" y="1401633"/>
            <a:ext cx="1049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A51478-68F5-FB52-634A-DDFCBC62BD7B}"/>
              </a:ext>
            </a:extLst>
          </p:cNvPr>
          <p:cNvSpPr txBox="1"/>
          <p:nvPr/>
        </p:nvSpPr>
        <p:spPr>
          <a:xfrm>
            <a:off x="748748" y="2673193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28F326-1C8A-2C8F-0160-972EFE30FEE9}"/>
              </a:ext>
            </a:extLst>
          </p:cNvPr>
          <p:cNvSpPr txBox="1"/>
          <p:nvPr/>
        </p:nvSpPr>
        <p:spPr>
          <a:xfrm>
            <a:off x="748748" y="5456367"/>
            <a:ext cx="104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正文</a:t>
            </a:r>
          </a:p>
        </p:txBody>
      </p:sp>
    </p:spTree>
    <p:extLst>
      <p:ext uri="{BB962C8B-B14F-4D97-AF65-F5344CB8AC3E}">
        <p14:creationId xmlns:p14="http://schemas.microsoft.com/office/powerpoint/2010/main" val="407687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2.9231496062992,&quot;left&quot;:339.92944881889764,&quot;top&quot;:114.87448818897637,&quot;width&quot;:449.12992125984255}"/>
</p:tagLst>
</file>

<file path=ppt/theme/theme1.xml><?xml version="1.0" encoding="utf-8"?>
<a:theme xmlns:a="http://schemas.openxmlformats.org/drawingml/2006/main" name="A000120141119A01PPB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82</Words>
  <Application>Microsoft Office PowerPoint</Application>
  <PresentationFormat>宽屏</PresentationFormat>
  <Paragraphs>42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汉仪唐美人 75W</vt:lpstr>
      <vt:lpstr>汉仪唐美人 85简</vt:lpstr>
      <vt:lpstr>微软雅黑</vt:lpstr>
      <vt:lpstr>Arial</vt:lpstr>
      <vt:lpstr>Calibri</vt:lpstr>
      <vt:lpstr>Wingdings</vt:lpstr>
      <vt:lpstr>A000120141119A01PPBG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Skrepy Alley</dc:creator>
  <cp:lastModifiedBy>Skrepy Alley</cp:lastModifiedBy>
  <cp:revision>16</cp:revision>
  <dcterms:created xsi:type="dcterms:W3CDTF">2026-10-18T06:17:48Z</dcterms:created>
  <dcterms:modified xsi:type="dcterms:W3CDTF">2026-10-23T13:47:34Z</dcterms:modified>
</cp:coreProperties>
</file>